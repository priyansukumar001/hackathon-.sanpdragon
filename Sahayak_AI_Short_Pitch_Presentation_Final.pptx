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5503dd11a4213" /><Relationship Type="http://schemas.openxmlformats.org/officeDocument/2006/relationships/extended-properties" Target="/docProps/app.xml" Id="R73d0aea719994074" /><Relationship Type="http://schemas.openxmlformats.org/officeDocument/2006/relationships/officeDocument" Target="/ppt/presentation.xml" Id="Re0d27dca88c3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46d2c3b514437b"/>
  </p:sldMasterIdLst>
  <p:notesMasterIdLst>
    <p:notesMasterId xmlns:r="http://schemas.openxmlformats.org/officeDocument/2006/relationships" r:id="Rbf749f2ba0714bc5"/>
  </p:notesMasterIdLst>
  <p:sldIdLst>
    <p:sldId xmlns:r="http://schemas.openxmlformats.org/officeDocument/2006/relationships" id="256" r:id="R37ea7844daee47c6"/>
    <p:sldId xmlns:r="http://schemas.openxmlformats.org/officeDocument/2006/relationships" id="257" r:id="Raecb85a387d54efb"/>
    <p:sldId xmlns:r="http://schemas.openxmlformats.org/officeDocument/2006/relationships" id="258" r:id="R38314e67834a4c16"/>
    <p:sldId xmlns:r="http://schemas.openxmlformats.org/officeDocument/2006/relationships" id="259" r:id="R4bf5c20aa75f4377"/>
    <p:sldId xmlns:r="http://schemas.openxmlformats.org/officeDocument/2006/relationships" id="260" r:id="R6b28a122a8ed442c"/>
    <p:sldId xmlns:r="http://schemas.openxmlformats.org/officeDocument/2006/relationships" id="261" r:id="R57e396d5967942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4ae9ba2a2f4241" /><Relationship Type="http://schemas.openxmlformats.org/officeDocument/2006/relationships/slideMaster" Target="/ppt/slideMasters/slideMaster1.xml" Id="Rd446d2c3b514437b" /><Relationship Type="http://schemas.openxmlformats.org/officeDocument/2006/relationships/notesMaster" Target="/ppt/notesMasters/notesMaster1.xml" Id="Rbf749f2ba0714bc5" /><Relationship Type="http://schemas.openxmlformats.org/officeDocument/2006/relationships/presProps" Target="/ppt/presProps.xml" Id="R8993da1a66b34eb1" /><Relationship Type="http://schemas.openxmlformats.org/officeDocument/2006/relationships/tableStyles" Target="/ppt/tableStyles.xml" Id="R9073f397a53640b6" /><Relationship Type="http://schemas.openxmlformats.org/officeDocument/2006/relationships/slide" Target="/ppt/slides/slide1.xml" Id="R37ea7844daee47c6" /><Relationship Type="http://schemas.openxmlformats.org/officeDocument/2006/relationships/slide" Target="/ppt/slides/slide2.xml" Id="Raecb85a387d54efb" /><Relationship Type="http://schemas.openxmlformats.org/officeDocument/2006/relationships/slide" Target="/ppt/slides/slide3.xml" Id="R38314e67834a4c16" /><Relationship Type="http://schemas.openxmlformats.org/officeDocument/2006/relationships/slide" Target="/ppt/slides/slide4.xml" Id="R4bf5c20aa75f4377" /><Relationship Type="http://schemas.openxmlformats.org/officeDocument/2006/relationships/slide" Target="/ppt/slides/slide5.xml" Id="R6b28a122a8ed442c" /><Relationship Type="http://schemas.openxmlformats.org/officeDocument/2006/relationships/slide" Target="/ppt/slides/slide6.xml" Id="R57e396d5967942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68a5879ca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2d4c2475d4a7f" /><Relationship Type="http://schemas.openxmlformats.org/officeDocument/2006/relationships/notesMaster" Target="/ppt/notesMasters/notesMaster1.xml" Id="Rc100f363cd73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b8afefecd4923" /><Relationship Type="http://schemas.openxmlformats.org/officeDocument/2006/relationships/notesMaster" Target="/ppt/notesMasters/notesMaster1.xml" Id="Rdfa22625ea48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4b5b955584808" /><Relationship Type="http://schemas.openxmlformats.org/officeDocument/2006/relationships/notesMaster" Target="/ppt/notesMasters/notesMaster1.xml" Id="R037a45a5118c40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1d95dca5fd4e45" /><Relationship Type="http://schemas.openxmlformats.org/officeDocument/2006/relationships/notesMaster" Target="/ppt/notesMasters/notesMaster1.xml" Id="R34f8e572d779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44e610a09c4158" /><Relationship Type="http://schemas.openxmlformats.org/officeDocument/2006/relationships/notesMaster" Target="/ppt/notesMasters/notesMaster1.xml" Id="Rac6727ed64b043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2d50138274bd2" /><Relationship Type="http://schemas.openxmlformats.org/officeDocument/2006/relationships/notesMaster" Target="/ppt/notesMasters/notesMaster1.xml" Id="R50b73a6c134841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illustration generated for this presentation. Product concept sourced from the submitted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from the project team. No external statistics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concept from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flow is a proposed prototype interaction.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https://aihub.qualcomm.com/get-started; https://aihub.qualcomm.com/models; https://aihub.qualcomm.com/apps?domain=Audio; https://www.qualcomm.com/snapdragon/laptops-and-tablets/consumer/ai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examples are intended use cases, not measured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b451bd739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7db7b4f4146d5" /><Relationship Type="http://schemas.openxmlformats.org/officeDocument/2006/relationships/slideLayout" Target="/ppt/slideLayouts/slideLayout1.xml" Id="R03aaf9be48db47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aaf9be48db47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02fbc38074283" /><Relationship Type="http://schemas.openxmlformats.org/officeDocument/2006/relationships/image" Target="/ppt/media/image.png" Id="R371dc8cfc3a74d5c" /><Relationship Type="http://schemas.openxmlformats.org/officeDocument/2006/relationships/notesSlide" Target="/ppt/notesSlides/notesSlide1.xml" Id="R749e6cae8fd9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f0e3faa14152" /><Relationship Type="http://schemas.openxmlformats.org/officeDocument/2006/relationships/notesSlide" Target="/ppt/notesSlides/notesSlide2.xml" Id="R548c50999b68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d6c71d874083" /><Relationship Type="http://schemas.openxmlformats.org/officeDocument/2006/relationships/notesSlide" Target="/ppt/notesSlides/notesSlide3.xml" Id="R526c5551208b4f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932727da4fb5" /><Relationship Type="http://schemas.openxmlformats.org/officeDocument/2006/relationships/notesSlide" Target="/ppt/notesSlides/notesSlide4.xml" Id="Rcdc4cbb77044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dbcd8d24a49c7" /><Relationship Type="http://schemas.openxmlformats.org/officeDocument/2006/relationships/notesSlide" Target="/ppt/notesSlides/notesSlide5.xml" Id="R0e39d2af1efb48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5b879978460a" /><Relationship Type="http://schemas.openxmlformats.org/officeDocument/2006/relationships/notesSlide" Target="/ppt/notesSlides/notesSlide6.xml" Id="R09db200661a2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dc8cfc3a74d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C2632-C77D-43B7-9BE2-94FBA94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B0167-B59B-4A1C-8F1D-851E6125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Sahayak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61BE1-690E-4CB1-985E-89524A5A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BFA"/>
                </a:solidFill>
                <a:latin typeface="Arial"/>
                <a:ea typeface="Arial"/>
                <a:cs typeface="Arial"/>
              </a:rPr>
              <a:t>Private Hindi document guidance</a:t>
            </a:r>
          </a:p>
          <a:p xmlns:a="http://schemas.openxmlformats.org/drawingml/2006/main">
            <a:pPr>
              <a:defRPr sz="1800" b="0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BFA"/>
                </a:solidFill>
                <a:latin typeface="Arial"/>
                <a:ea typeface="Arial"/>
                <a:cs typeface="Arial"/>
              </a:rPr>
              <a:t>designed for Snapdragon HP PCs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4928-D2B4-4879-820E-2511931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CCB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CBE0"/>
                </a:solidFill>
                <a:latin typeface="Arial"/>
                <a:ea typeface="Arial"/>
                <a:cs typeface="Arial"/>
              </a:rPr>
              <a:t>Snapdragon AI Lab Build and Present Challenge</a:t>
            </a:r>
          </a:p>
        </p:txBody>
      </p:sp>
    </p:spTree>
    <p:extLst>
      <p:ext uri="{BB962C8B-B14F-4D97-AF65-F5344CB8AC3E}">
        <p14:creationId xmlns:p14="http://schemas.microsoft.com/office/powerpoint/2010/main" val="365362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08FEC-4A7F-40B8-8378-850BAFC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document comprehension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8E67E-C6AA-454E-9BFB-0914AC1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61CA-A2A8-4742-856D-AA097A39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04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Formal notices, bills, forms, and medical reports often leave people unsure about the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E111B-CF9C-42B9-AB55-439B07AC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Privacy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B603C-53CA-48BE-AD7E-2068F07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Personal documents may contain health, financial, or identity information that users should not have to upload to the cloud.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DC058-DB5B-4230-91D1-622CF8C1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Language barrier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9964A-0F2B-4F74-87F8-9980786D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Official wording can be difficult to read, especially when a user needs a clear Hindi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96964-4D4C-4566-8C9D-4BEFE534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Connectivity barrier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C0B33-3802-46A5-AE0F-48D8502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295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Cloud-only tools become less useful when users have limited or unreliable internet access.</a:t>
            </a:r>
          </a:p>
        </p:txBody>
      </p:sp>
    </p:spTree>
    <p:extLst>
      <p:ext uri="{BB962C8B-B14F-4D97-AF65-F5344CB8AC3E}">
        <p14:creationId xmlns:p14="http://schemas.microsoft.com/office/powerpoint/2010/main" val="478350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4094D-EC4F-4435-BDCA-20518545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Sahayak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19ADF-6524-43B2-9FDA-317B9163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4E246-DAE7-414A-AC71-61711FCE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94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local assistant that turns important documents into clear Hindi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29CCC-B035-463F-A3CA-567F1EDB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00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Upload or photograph a document. Sahayak AI reads it locally, explains it in simple Hindi, highlights dates and amounts, and answers follow-up questions by 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F6053-D731-41E9-BE7C-42192563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C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C3B"/>
                </a:solidFill>
                <a:latin typeface="Arial"/>
                <a:ea typeface="Arial"/>
                <a:cs typeface="Arial"/>
              </a:rPr>
              <a:t>“Mujhe kya karna hai?”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9B92-3A02-4C9E-A75A-B3441E34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B7D3"/>
                </a:solidFill>
                <a:latin typeface="Arial"/>
                <a:ea typeface="Arial"/>
                <a:cs typeface="Arial"/>
              </a:rPr>
              <a:t>A short summary, action list, and Hindi voice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86F30-F311-495A-95A0-CAC44553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A5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524"/>
                </a:solidFill>
                <a:latin typeface="Arial"/>
                <a:ea typeface="Arial"/>
                <a:cs typeface="Arial"/>
              </a:rPr>
              <a:t>Sensitive content stays on the PC</a:t>
            </a:r>
          </a:p>
        </p:txBody>
      </p:sp>
    </p:spTree>
    <p:extLst>
      <p:ext uri="{BB962C8B-B14F-4D97-AF65-F5344CB8AC3E}">
        <p14:creationId xmlns:p14="http://schemas.microsoft.com/office/powerpoint/2010/main" val="924605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C4A5B-0A07-40E6-80E4-7057D76B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40886-B165-4DF7-A1E4-792C65F3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38D36-498C-440E-8828-3CD0CA8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062B6-0464-411E-BFAA-1F8A274C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669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Add a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2CAA-AF2D-4F56-99F5-15E442F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Upload a PDF or capture a photo with the laptop camera.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168BC-9EE1-4820-8E0C-3AB8DFF7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5F8F6-9C71-48AE-96B4-66F2BB1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66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Understand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3835B-DDCB-4379-956A-9AEE616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Local models identify the document type and the relevant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93F6A-A6A3-43BF-B972-BAAFF1E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0551F-7F0C-403F-87D7-D2BFBF8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Explain in Hindi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B7D41-6AE7-4B6D-903B-8595324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97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app returns a short explanation, important details, and next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BFA78-AEEA-4B8C-B15A-E81B6F00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AF094-B320-42AA-8236-0F639C1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57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Ask by voice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E4B97-D695-46FE-90EC-EE10E38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577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Ask a question in Hindi about the document.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9B33F-FCE5-499F-886B-0E84F8E7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C237F-0636-40D4-AC3C-BD6A129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Receive a private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0C242-A9D1-477E-8AA0-AA8F9230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577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9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 local response explains the answer without sending the document to a cloud service.</a:t>
            </a:r>
          </a:p>
        </p:txBody>
      </p:sp>
    </p:spTree>
    <p:extLst>
      <p:ext uri="{BB962C8B-B14F-4D97-AF65-F5344CB8AC3E}">
        <p14:creationId xmlns:p14="http://schemas.microsoft.com/office/powerpoint/2010/main" val="1155985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C484D-1A09-4E12-9E7D-C7FDBF9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On-device AI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C9A21-3950-427D-B6DE-643AD7B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39DC5-B9EB-4902-B645-F8158A09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9A215-14C3-4E65-9514-3CD59B2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DB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BED"/>
                </a:solidFill>
                <a:latin typeface="Arial"/>
                <a:ea typeface="Arial"/>
                <a:cs typeface="Arial"/>
              </a:rPr>
              <a:t>PDF, image, or camera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9FBA2-DC8F-4393-88F8-F4D6394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7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understanding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7ACEA-BDD0-4438-A8D0-037F1AE7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05025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DB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BED"/>
                </a:solidFill>
                <a:latin typeface="Arial"/>
                <a:ea typeface="Arial"/>
                <a:cs typeface="Arial"/>
              </a:rPr>
              <a:t>OCR and a vision-language model identify content and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AD758-C162-4E7A-A369-F4AB8924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Hindi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49E6-225B-4E33-8AEA-32BD91A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DB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BED"/>
                </a:solidFill>
                <a:latin typeface="Arial"/>
                <a:ea typeface="Arial"/>
                <a:cs typeface="Arial"/>
              </a:rPr>
              <a:t>A compact local LLM writes the summary and action 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F7196-04FF-4460-9694-CE73B604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668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D4167-B3E0-4155-B2C8-D31ED35A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05025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8DB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BED"/>
                </a:solidFill>
                <a:latin typeface="Arial"/>
                <a:ea typeface="Arial"/>
                <a:cs typeface="Arial"/>
              </a:rPr>
              <a:t>Local Whisper speech recognition supports follow-up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D0A5D-EC48-4B1D-8346-C90D697F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Qualcomm AI Hub provides optimized, validated models for vision, speech, audio, and text. Snapdragon X hardware enables local inference through its dedicated NPU, GPU, and CPU.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AE49-344D-4898-AA6E-1312CD3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CCB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CBE0"/>
                </a:solidFill>
                <a:latin typeface="Arial"/>
                <a:ea typeface="Arial"/>
                <a:cs typeface="Arial"/>
              </a:rPr>
              <a:t>Planned models: InternVL 3.5 for document understanding, Qwen for Hindi reasoning, and Whisper for speech-to-text.</a:t>
            </a:r>
          </a:p>
        </p:txBody>
      </p:sp>
    </p:spTree>
    <p:extLst>
      <p:ext uri="{BB962C8B-B14F-4D97-AF65-F5344CB8AC3E}">
        <p14:creationId xmlns:p14="http://schemas.microsoft.com/office/powerpoint/2010/main" val="1839768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4C3F4-E2D1-40B2-83A6-FF306AA9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Hackathon prototype and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E4235-E218-4E34-889B-4869BE9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D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1A29-7F07-4F26-ADB3-DD3C6888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266EE-F3B4-4D5E-A0A3-00C4B135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user uploads a Hindi or English notice. Sahayak AI shows a Hindi summary, extracts a deadline and amount when present, creates an action list, and answers one spoken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ABB5B-78F0-4D08-B982-B7B3247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Who it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F15C1-C7B9-4DA5-9EE3-22D8038E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524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Students reading scholarship notices, families understanding bills, patients preparing questions, and citizens responding to official letters.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0205F-8E1D-4F25-A654-E56D0AF1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B7D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B7D3"/>
                </a:solidFill>
                <a:latin typeface="Arial"/>
                <a:ea typeface="Arial"/>
                <a:cs typeface="Arial"/>
              </a:rPr>
              <a:t>What makes it different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C224A-A337-4EEA-BF26-58B9C2C3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0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C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3B"/>
                </a:solidFill>
                <a:latin typeface="Arial"/>
                <a:ea typeface="Arial"/>
                <a:cs typeface="Arial"/>
              </a:rPr>
              <a:t>Hindi-first guidance with an on-device privacy design and a clear Snapdragon NPU optimization path.</a:t>
            </a:r>
          </a:p>
        </p:txBody>
      </p:sp>
    </p:spTree>
    <p:extLst>
      <p:ext uri="{BB962C8B-B14F-4D97-AF65-F5344CB8AC3E}">
        <p14:creationId xmlns:p14="http://schemas.microsoft.com/office/powerpoint/2010/main" val="1029069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2026-09-30T15:50:18.2460000Z</dcterms:created>
  <dcterms:modified xsi:type="dcterms:W3CDTF">2026-09-30T15:50:18.2460000Z</dcterms:modified>
</coreProperties>
</file>